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AWS Certified CloudOps Engineer – Associate (SOA-C03)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6DC"/>
                </a:solidFill>
              </a:defRPr>
            </a:pPr>
            <a:r>
              <a:t>Exam Preparation Masterclass • High-priority topics • Decision rules • Troubleshooting • Final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  •  Based on AWS exam guide checked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715049" cy="1277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Prepare for the exam by learning how AWS expects a </a:t>
            </a:r>
            <a:endParaRPr lang="en-AU" dirty="0"/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dirty="0" err="1"/>
              <a:t>CloudOps</a:t>
            </a:r>
            <a:r>
              <a:rPr dirty="0"/>
              <a:t> engineer to think — not by memorizing service names.</a:t>
            </a:r>
          </a:p>
          <a:p>
            <a:pPr>
              <a:defRPr sz="1700">
                <a:solidFill>
                  <a:srgbClr val="D2D6DC"/>
                </a:solidFill>
              </a:defRPr>
            </a:pPr>
            <a:r>
              <a:rPr dirty="0"/>
              <a:t>Focus: operations, monitoring, resilience, automation, security, networking, troubleshooting, and cost-aware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What the exam 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The official guide describes an operations-focused role: deploy, manage, and operate workloads on 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  •  Based on AWS exam guide checked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230"/>
                </a:solidFill>
              </a:defRPr>
            </a:pPr>
            <a:r>
              <a:t>Expect scenario questions where several answers are technically possible.</a:t>
            </a:r>
          </a:p>
          <a:p>
            <a:pPr>
              <a:spcAft>
                <a:spcPts val="800"/>
              </a:spcAft>
              <a:defRPr sz="1800">
                <a:solidFill>
                  <a:srgbClr val="182230"/>
                </a:solidFill>
              </a:defRPr>
            </a:pPr>
            <a:r>
              <a:t>Your job is to choose the option that BEST satisfies the exact constraint: MOST secure, LEAST operational overhead, MOST resilient, or MOST cost-effective.</a:t>
            </a:r>
          </a:p>
          <a:p>
            <a:pPr>
              <a:spcAft>
                <a:spcPts val="800"/>
              </a:spcAft>
              <a:defRPr sz="1800">
                <a:solidFill>
                  <a:srgbClr val="182230"/>
                </a:solidFill>
              </a:defRPr>
            </a:pPr>
            <a:r>
              <a:t>Question types: multiple choice and multiple response.</a:t>
            </a:r>
          </a:p>
          <a:p>
            <a:pPr>
              <a:spcAft>
                <a:spcPts val="800"/>
              </a:spcAft>
              <a:defRPr sz="1800">
                <a:solidFill>
                  <a:srgbClr val="182230"/>
                </a:solidFill>
              </a:defRPr>
            </a:pPr>
            <a:r>
              <a:t>Unanswered questions are incorrect; there is no penalty for guessing.</a:t>
            </a:r>
          </a:p>
          <a:p>
            <a:pPr>
              <a:spcAft>
                <a:spcPts val="800"/>
              </a:spcAft>
              <a:defRPr sz="1800">
                <a:solidFill>
                  <a:srgbClr val="182230"/>
                </a:solidFill>
              </a:defRPr>
            </a:pPr>
            <a:r>
              <a:t>Passing score is reported on a 100–1,000 scale; AWS states 720 as the minimum passing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weighting — where to spend your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Domains 1–3 together represent 66% of scored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3  •  Based on AWS exam guide checked Aug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Domain 1 — 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Monitoring, logging, analysis, remediation &amp;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73152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47802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Domain 2 — 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986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Reliability &amp; business continuity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39242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Domain 3 — 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8130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Deployment, provisioning &amp;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30682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Domain 4 — 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274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Security &amp;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07492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22122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Domain 5 — 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641848"/>
            <a:ext cx="10332719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Networking &amp; content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Priority map for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Use weighting plus cross-domain frequency to prioritize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4  •  Based on AWS exam guide checked Aug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920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P0 — Master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31089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CloudWatch + CloudTrail + Config</a:t>
            </a:r>
            <a:br/>
            <a:r>
              <a:t>Systems Manager</a:t>
            </a:r>
            <a:br/>
            <a:r>
              <a:t>Auto Scaling + ELB</a:t>
            </a:r>
            <a:br/>
            <a:r>
              <a:t>RDS/Aurora HA &amp; recovery</a:t>
            </a:r>
            <a:br/>
            <a:r>
              <a:t>CloudFormation</a:t>
            </a:r>
            <a:br/>
            <a:r>
              <a:t>VPC routing + SG/NACL +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1920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P1 — Strong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1089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S3/EBS/EFS/Backup</a:t>
            </a:r>
            <a:br/>
            <a:r>
              <a:t>Route 53 + CloudFront</a:t>
            </a:r>
            <a:br/>
            <a:r>
              <a:t>IAM/KMS/Secrets</a:t>
            </a:r>
            <a:br/>
            <a:r>
              <a:t>GuardDuty/Inspector/Security Hub</a:t>
            </a:r>
            <a:br/>
            <a:r>
              <a:t>SQS/SNS/EventBridge/Step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716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3716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5179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P2 — Know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38528"/>
            <a:ext cx="31089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ECS/EKS/ECR</a:t>
            </a:r>
            <a:br/>
            <a:r>
              <a:t>Compute Optimizer / Cost Explorer</a:t>
            </a:r>
            <a:br/>
            <a:r>
              <a:t>DataSync / Storage Gateway</a:t>
            </a:r>
            <a:br/>
            <a:r>
              <a:t>PrivateLink / Transit Gateway / VPN</a:t>
            </a:r>
            <a:br/>
            <a:r>
              <a:t>Managed Grafana / 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Exam strategy: master service differences and troubleshooting signals before memorizing edge-case configuration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1 — Monitoring, Logging &amp; Remediation (22%)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Highest priority: know which telemetry answers which operational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5  •  Based on AWS exam guide checked Aug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965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CloudWatch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Metrics, alarms, composite alarms, anomaly detection, Logs, Logs Insights, metric filters, agent, dashboards, Synthetics, Application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CloudTrail +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892807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CloudTrail: WHO performed an API action.</a:t>
            </a:r>
            <a:br/>
            <a:r>
              <a:t>Config: WHAT configuration changed / compliance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32588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1856" y="1325880"/>
            <a:ext cx="73152" cy="19659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Troubleshooting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892807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VPC Flow Logs, X-Ray, Reachability Analyzer, EC2 status checks, ALB metrics, queue/database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HIGH-YIELD distinction: CloudWatch = health/performance; CloudTrail = API audit; Config = resource configuration/compliance.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1 — metrics &amp; alarm patterns you should recognize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6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Custom OS memory/disk/logs → CloudWatch Agent + IAM role.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Text pattern in logs → metric filter → CloudWatch metric/alarm.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Derived percentage from existing metrics → Metric Math.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Changing baseline / unusual behavior → Anomaly Detection.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Alarm only when multiple alarms are true → Composite Alarm.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Top IP/user/service contributors → Contributor Insights.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Synthetic scheduled endpoint journey → CloudWatch Synthetics.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Distributed request latency → X-Ray; service/SLO visibility → Application Signals.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SQS processing delay → ApproximateAgeOfOldestMessage is a strong clue.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1 — realistic troubleshooting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7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ALB 5xx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4846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HTTPCode_Target_5XX ↑ → investigate targets/application.</a:t>
            </a:r>
            <a:br/>
            <a:r>
              <a:t>HTTPCode_ELB_5XX ↑ → investigate load balancer-side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17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EC2 status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846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System check failure → AWS underlying infrastructure.</a:t>
            </a:r>
            <a:br/>
            <a:r>
              <a:t>Instance check failure → guest OS/network/configuration.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3152" cy="13716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1181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Database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38728"/>
            <a:ext cx="4846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Low EC2 CPU + RDS connections/waits high → do NOT blindly scale EC2. Follow the saturated metric.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718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971800"/>
            <a:ext cx="73152" cy="13716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31181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Network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38728"/>
            <a:ext cx="4846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Reachability Analyzer = configuration/path analysis.</a:t>
            </a:r>
            <a:br/>
            <a:r>
              <a:t>Flow Logs = observed flow metadata ACCEPT/REJECT.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Exam rule: diagnose from evidence. AWS often gives one metric/log clue that eliminates two tempting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2 — Reliability &amp; Business Continuity (22%)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8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Auto Scaling: target tracking vs step vs scheduled scaling; health checks; instance refresh.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Multi-AZ design: remove single-AZ dependencies across compute, database, storage, and egress.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RDS/Aurora: Multi-AZ for HA; Read Replicas for read scaling; automated backups/PITR for recovery.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Storage recovery: EBS snapshots, Fast Snapshot Restore, S3 Versioning/Object Lock/replication, EFS shared file systems.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AWS Backup: schedules, retention, vault controls, cross-Region/cross-account recovery patterns.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Disaster recovery: backup/restore → pilot light → warm standby → active/active; understand cost vs RTO/RPO.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DR strategies — a favorite exam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9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517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1790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Backup &amp; Restore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2860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Lowest steady-state cost</a:t>
            </a:r>
            <a:br/>
            <a:r>
              <a:t>Highest RTO</a:t>
            </a:r>
            <a:br/>
            <a:r>
              <a:t>Rebuild after event</a:t>
            </a:r>
            <a:br/>
            <a:r>
              <a:t>Good when recovery can take longer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73152" cy="2743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51790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Pilot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38528"/>
            <a:ext cx="22860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Core components/data running</a:t>
            </a:r>
            <a:br/>
            <a:r>
              <a:t>Scale/provision rest during DR</a:t>
            </a:r>
            <a:br/>
            <a:r>
              <a:t>Lower cost than warm standby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517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73152" cy="27432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51790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Warm Standby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38528"/>
            <a:ext cx="22860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Fully functional but reduced capacity</a:t>
            </a:r>
            <a:br/>
            <a:r>
              <a:t>Scale up during DR</a:t>
            </a:r>
            <a:br/>
            <a:r>
              <a:t>Lower RTO than pilot 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37160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371600"/>
            <a:ext cx="73152" cy="27432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51790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Active/Active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938528"/>
            <a:ext cx="219456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Both sites serve traffic</a:t>
            </a:r>
            <a:br/>
            <a:r>
              <a:t>Lowest RTO</a:t>
            </a:r>
            <a:br/>
            <a:r>
              <a:t>Highest cost/complexity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Question keywords: “core services only” = pilot light; “reduced but functional” = warm standby; “serving traffic in both Regions” = active/active.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2 — scaling &amp; availability decision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10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Known time pattern → Scheduled Scaling.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Maintain metric around target (for example CPU 50%) → Target Tracking.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Different capacity changes at different thresholds → Step Scaling.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Replace ASG instances with a new AMI gradually → Instance Refresh.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Application can fail while EC2 is healthy → integrate ELB health checks with Auto Scaling.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Internet egress resilience across AZs → NAT Gateway per AZ with AZ-local routing.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Shared Linux POSIX filesystem across AZs → EFS.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RDS Multi-AZ ≠ Read Replica. Memorize the purpose, not only the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3 — Deployment, Provisioning &amp; Automation (22%)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11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CloudFormation / CDK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2004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Change Sets, drift detection, StackSets, nested stacks, rollback, stack policies, resource signaling.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258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32588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Systems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92807"/>
            <a:ext cx="32004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Run Command, Session Manager, Automation, State Manager, Patch Manager, Maintenance Windows, Parameter Store.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3258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325880"/>
            <a:ext cx="73152" cy="201168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472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Automation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892807"/>
            <a:ext cx="32004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EC2 user data, Image Builder, EventBridge, SNS/SQS, Step Functions, Lambda, ECS/EKS/ECR.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High-yield: the exam frequently tests which automation service has the LEAST operational overhead.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Systems Manager — know these differences cold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12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8074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Run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Execute commands across managed nodes; no SSH.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4767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47672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9397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Session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Interactive shell/access; no inbound SSH or SSH keys.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6090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660904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07208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27832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Multi-step operational runbooks/remediation.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7413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74136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204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State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941064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Continuously maintain desired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087368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233672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Patch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Patch baselines, deployment and compliance.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800600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94690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Maintenance Windows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36752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Schedule approved operational tasks.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1383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5513832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566013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Parameter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6080760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Central configuration; SecureString for KMS-encrypted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CloudFormation — exam decision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13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Preview what WILL change → Change Set.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Find what HAS changed outside CloudFormation → Drift Detection.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Deploy same baseline across accounts/Regions → StackSets.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Modular reusable child templates → Nested Stacks.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Protect selected resources from stack updates → Stack Policy.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Bootstrap must signal success before proceeding → CreationPolicy/resource signaling where supported.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Failed stack update → understand rollback behavior.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Immutable EC2 release → build/test a versioned AMI; EC2 Image Builder can automate image pipelines.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4 — Security &amp; Compliance (16%)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Lower weighting does not mean low importance: security appears inside other domains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14  •  Based on AWS exam guide checked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IAM roles and temporary credentials; least privilege; explicit Deny; permissions boundaries.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AWS Organizations SCPs: organization-level permission guardrails.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KMS: key policies + IAM authorization; understand kms:Decrypt failures.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Secrets Manager vs Parameter Store SecureString.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S3 Block Public Access, bucket policies, encryption, Object Lock.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GuardDuty = threat detection; Inspector = vulnerability/CVE management; Security Hub = findings aggregation.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WAF = Layer 7 web filtering; Shield = DDoS protection.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AWS Config = compliance evaluation; Config + SSM Automation = automated remediation.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IAM Access Analyzer = access analysis and policy refinement.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Security service comparison — avoid 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15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GuardDuty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Suspicious behavior / managed threat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Inspector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92807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Vulnerability/CVE scanning for supported workloads/images.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Security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Aggregate and normalize security findings/posture.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34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834640"/>
            <a:ext cx="73152" cy="123444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980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WAF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01568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HTTP(S) request filtering: SQLi, XSS, IP/rate rules.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34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834640"/>
            <a:ext cx="73152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2980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Shield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01568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DDoS protection; Shield Advanced for enhanced capabilities.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34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2834640"/>
            <a:ext cx="73152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2980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Macie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401568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Discover/classify sensitive data in S3.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Exam trap: these services complement one another; they are not interchangeable.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Domain 5 — Networking &amp; Content Delivery (18%)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16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VPC routing: public/private subnets, IGW, NAT Gateway, route tables.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Security groups are stateful; NACLs are stateless.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VPC endpoints: S3/DynamoDB Gateway Endpoint vs Interface Endpoint/PrivateLink.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VPC Peering vs Transit Gateway; understand scale and transitive-routing limitations.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Route 53: simple, weighted, latency, failover, geolocation; aliases.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ALB vs NLB; TLS termination with ACM.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CloudFront vs Global Accelerator.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Hybrid: Site-to-Site VPN, Client VPN; know Direct Connect concepts when scenario references hybrid connectivity.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Route 53 Resolver inbound/outbound endpoints and DNS Firewall.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VPC Flow Logs + Reachability Analyzer for troubleshooting.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Networking — high-yield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17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26463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Security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Stateful • instance/ENI level • allow rules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801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73152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426463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Network ACL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4708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Stateless • subnet level • allow + deny • return ports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2801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280160"/>
            <a:ext cx="73152" cy="123444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426463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Route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84708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Determines next hop; does not replace firewall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293522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Gateway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35584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S3 / DynamoDB private access; route-table based.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7889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5968" y="2788920"/>
            <a:ext cx="73152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293522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Interface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35584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PrivateLink ENIs for supported service APIs.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27889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91856" y="2788920"/>
            <a:ext cx="73152" cy="12344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4" y="293522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NAT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3355848"/>
            <a:ext cx="3154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Outbound internet for private IPv4 workloads; not a service-private endpoint.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MOST cost-effective private S3 access is usually a Gateway VPC Endpoint, not NAT Gateway.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Route 53 + content delivery — memorize the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18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Weighted → controlled percentage split / canary traffic.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Latency → route toward lowest network latency.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Failover → primary/secondary active-passive behavior.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Geolocation → route based on user's geographic origin.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Alias → supported AWS targets and zone apex use.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CloudFront → CDN, edge caching, HTTP content distribution.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Global Accelerator → static anycast IPs + global network acceleration for TCP/UDP; no caching.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ALB → Layer 7 HTTP/HTTPS host/path routing.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NLB → Layer 4 TCP/UDP/TLS, very high performance, static-IP characteristics.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Storage — exam-ready service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19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280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EBS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AZ-scoped block storage for EC2. Snapshots for recovery/copy. gp3 tunes IOPS/throughput.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258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32588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EFS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92807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Managed shared POSIX/NFS file system; multi-AZ access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3258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325880"/>
            <a:ext cx="73152" cy="12801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892807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Object storage; Versioning, lifecycle, replication, Object Lock,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072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FSx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493008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Managed specialized file systems. Know when a workload needs Windows/Lustre/ONTAP/OpenZFS characteristics.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9260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5968" y="2926080"/>
            <a:ext cx="73152" cy="1280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3072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AWS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493008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Central backup plans, retention, vaults and supported cross-account/Region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2926080"/>
            <a:ext cx="3520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91856" y="2926080"/>
            <a:ext cx="73152" cy="12801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4" y="3072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Storage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3493008"/>
            <a:ext cx="31546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Hybrid storage integration between on-premises environments and AWS.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Database &amp; caching — operational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20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RDS Multi-AZ → high availability/failover.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RDS Read Replica → read scaling; cross-Region replicas can support DR designs.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Automated backups → point-in-time recovery within retention.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RDS Proxy → connection pooling/management for supported RDS/Aurora workloads.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Aurora → understand replicas, failover, and Serverless v2 use cases.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DynamoDB → capacity modes, throttling signals, backups/PITR; DAX for compatible in-memory acceleration.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ElastiCache → managed in-memory caching; use when reducing repeated database reads/latency.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Exam approach: distinguish availability, scaling, performance, and recovery — they are different requirements.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Containers &amp; event-driven services — SOA-C03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21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ECR stores container images; ECS/EKS orchestrate workloads.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ECS on Fargate → containers without managing EC2 worker hosts.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EKS → Kubernetes operations; know monitoring, scaling, access, and operational concepts rather than deep application development.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SQS → durable queue / decoupling / buffering.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SNS → pub/sub fan-out.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EventBridge → event routing, schedules, service integrations.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Step Functions → workflow orchestration with branching/retries/state.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Lambda → event-driven compute; monitor errors, throttles, duration and concurrency.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X-Ray → distributed tracing.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Cost &amp; performance optimization — likely scenario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22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Rightsizing recommendations → AWS Compute Optimizer.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Historical cost analysis → Cost Explorer; detailed cost/usage data → Cost and Usage Reports.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Steady eligible compute usage → Savings Plans may reduce cost; know the concept rather than purchasing mechanics.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Use VPC endpoints when they eliminate unnecessary NAT data processing for supported service access.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Scale dynamically instead of permanently overprovisioning.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Choose storage class/performance based on access pattern and required latency.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Exam keyword: MOST cost-effective means all requirements must still be satisfied — never choose cheaper but noncompliant/unavailable architecture.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Newer/current in-scope services — don't ignore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23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AWS CDK — infrastructure as code that synthesizes CloudFormation.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AWS Control Tower — multi-account landing-zone governance concepts.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AWS Resource Access Manager — share supported resources across accounts.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Amazon VPC IPAM — plan, track, and manage IP address space.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Amazon Managed Grafana / Managed Service for Prometheus — managed observability for applicable workloads.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Amazon Bedrock and AWS DevOps Agent are listed in the current in-scope service list; focus on CloudOps-relevant operational use cases rather than deep model development.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Kiro is listed under developer tools in the current in-scope list.</a:t>
            </a:r>
          </a:p>
          <a:p>
            <a:pPr>
              <a:spcAft>
                <a:spcPts val="800"/>
              </a:spcAft>
              <a:defRPr sz="1500">
                <a:solidFill>
                  <a:srgbClr val="182230"/>
                </a:solidFill>
              </a:defRPr>
            </a:pPr>
            <a:r>
              <a:t>Amazon Application Recovery Controller is in scope under networking/content delivery; know resilience/recovery-control concepts.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How to answer 'MOST / LEAST / BEST'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24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1. Identify the PRIMARY requirement: availability, security, cost, performance, recovery, or operational overhead.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2. Underline constraints: private, no SSH, no long-lived credentials, multi-account, cross-Region, exact RTO/RPO.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3. Eliminate answers that solve a different problem.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4. Prefer managed/native features when the question asks for LEAST operational overhead.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5. Prefer least privilege and temporary credentials when the question asks for MOST secure.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6. Prefer the simplest design that satisfies every requirement when asked for MOST cost-effective.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7. For troubleshooting, follow evidence and fix root cause — don't immediately scale everything.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25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Multi-AZ vs Read Replica: HA/failover vs read scaling.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CloudTrail vs CloudWatch vs Config: API audit vs telemetry vs configuration/compliance.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Security Group vs NACL: stateful vs stateless.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Gateway Endpoint vs Interface Endpoint vs NAT Gateway.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CloudFront vs Global Accelerator.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Run Command vs Session Manager vs Automation vs State Manager.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Change Set vs Drift Detection vs StackSets.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GuardDuty vs Inspector vs Security Hub.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Pilot Light vs Warm Standby.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S3 Versioning vs Object Lock: recoverability vs WORM retention.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High-priority realistic question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If you can solve these quickly, you are covering a large portion of the exam mindset.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26  •  Based on AWS exam guide checked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Metrics conflict: CPU low, DB connections high — where is the bottleneck?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Private EC2 needs AWS service access — endpoint, NAT, or IGW?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App unhealthy but instance healthy — which health check should Auto Scaling use?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Who changed a security group, and what was its previous configuration?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Deploy identical baseline across 30 accounts and 4 Regions.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Interactive server access without SSH keys or inbound port 22.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Choose DR design from RTO/RPO and cost language.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Choose scaling policy from predictable vs metric-target vs threshold-band behavior.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Prevent member-account admin from performing an action despite local IAM Allow.</a:t>
            </a:r>
          </a:p>
          <a:p>
            <a:pPr>
              <a:spcAft>
                <a:spcPts val="800"/>
              </a:spcAft>
              <a:defRPr sz="1600">
                <a:solidFill>
                  <a:srgbClr val="182230"/>
                </a:solidFill>
              </a:defRPr>
            </a:pPr>
            <a:r>
              <a:t>Diagnose return-traffic failure caused by stateless NACL.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Seven-day final revision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27  •  Based on AWS exam guide checked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8074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Domain 1: CloudWatch/CloudTrail/Config + troubleshooting drills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4767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47672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9397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Domain 2: ASG, ELB, RDS/Aurora, backup, DR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60904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660904"/>
            <a:ext cx="73152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07208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27832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Domain 3: Systems Manager + CloudFormation +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74136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74136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204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941064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Domain 5: VPC, endpoints, DNS, load balancers, hybrid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087368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233672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654296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Domain 4: IAM/KMS/S3 security + GuardDuty/Inspector/Security 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800600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94690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36752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Full timed mock; review EVERY incorrect and guessed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13832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5513832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566013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Day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6080760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Weak-area revision + service-comparison tables + light final mock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Final 24-hour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28  •  Based on AWS exam guide checked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Know the five domain weights: 22 / 22 / 22 / 16 / 18.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Review service comparison pairs, not long documentation pages.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Revisit every mock question you got wrong for the same reason twice.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Memorize troubleshooting evidence: metrics, logs, API audit, config history, flow/path analysis.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Review DR strategy vocabulary and RTO/RPO trade-offs.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Review IAM explicit Deny, SCPs, roles, KMS permissions, S3 protection.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Review SSM and CloudFormation feature differences.</a:t>
            </a:r>
          </a:p>
          <a:p>
            <a:pPr>
              <a:spcAft>
                <a:spcPts val="800"/>
              </a:spcAft>
              <a:defRPr sz="1700">
                <a:solidFill>
                  <a:srgbClr val="182230"/>
                </a:solidFill>
              </a:defRPr>
            </a:pPr>
            <a:r>
              <a:t>During exam: flag long questions, protect time, and never leave an answer blank.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230"/>
                </a:solidFill>
              </a:defRPr>
            </a:pPr>
            <a:r>
              <a:t>One-page memory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t>Use this as the final quick-recall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29  •  Based on AWS exam guide checked Aug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380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0136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CloudWatch • Logs Insights • X-Ray • Flow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380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Audit /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80136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CloudTrail • Config • Organizations/SCP • Control Tower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1856" y="1234440"/>
            <a:ext cx="73152" cy="11430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380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180136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Systems Manager • Auto Scaling • AWS Backup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73152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27980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Provision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2186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CloudFormation/CDK • Image Builder • ECS/EKS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15968" y="2651760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27980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Protect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2186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IAM • KMS • WAF/Shield • GuardDuty/Inspector/Security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265176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1856" y="26517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4" y="279806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32186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VPC • Route 53 • ELB • Endpoints • TGW • CloudFront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690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069080"/>
            <a:ext cx="73152" cy="114300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4215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63600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Snapshots • PITR • Multi-AZ • Replication • DR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40690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15968" y="4069080"/>
            <a:ext cx="73152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17136" y="4215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Optimize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63600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Compute Optimizer • Cost Explorer • scaling • right storage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6" y="40690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91856" y="40690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93024" y="42153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230"/>
                </a:solidFill>
              </a:defRPr>
            </a:pPr>
            <a:r>
              <a:t>Decouple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463600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SQS • SNS • EventBridge • Step Functions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Exam-day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6DC"/>
                </a:solidFill>
              </a:defRPr>
            </a:pPr>
            <a:r>
              <a:t>Think like the on-call CloudOps engineer responsible for a production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5"/>
                </a:solidFill>
              </a:defRPr>
            </a:pPr>
            <a:r>
              <a:t>SOA-C03 Exam Preparation  •  Slide 30  •  Based on AWS exam guide checked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</a:defRPr>
            </a:pPr>
            <a:r>
              <a:t>Read the requirement before the architecture details.</a:t>
            </a:r>
          </a:p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</a:defRPr>
            </a:pPr>
            <a:r>
              <a:t>Look for the one clue that changes the answer.</a:t>
            </a:r>
          </a:p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</a:defRPr>
            </a:pPr>
            <a:r>
              <a:t>Choose managed, automated, least-privilege and failure-aware solutions.</a:t>
            </a:r>
          </a:p>
          <a:p>
            <a:pPr>
              <a:spcAft>
                <a:spcPts val="1400"/>
              </a:spcAft>
              <a:defRPr sz="2300" b="0">
                <a:solidFill>
                  <a:srgbClr val="FFFFFF"/>
                </a:solidFill>
              </a:defRPr>
            </a:pPr>
            <a:r>
              <a:t>Do not confuse 'possible' with 'best'.</a:t>
            </a:r>
          </a:p>
          <a:p>
            <a:pPr>
              <a:spcAft>
                <a:spcPts val="1400"/>
              </a:spcAft>
              <a:defRPr sz="2300" b="1">
                <a:solidFill>
                  <a:srgbClr val="FFFFFF"/>
                </a:solidFill>
              </a:defRPr>
            </a:pPr>
            <a:r>
              <a:t>Your goal is not to know every AWS service — it is to make the correct operational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3633</Words>
  <Application>Microsoft Office PowerPoint</Application>
  <PresentationFormat>Widescreen</PresentationFormat>
  <Paragraphs>341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Balraj Singh</cp:lastModifiedBy>
  <cp:revision>2</cp:revision>
  <dcterms:created xsi:type="dcterms:W3CDTF">2013-01-27T09:14:16Z</dcterms:created>
  <dcterms:modified xsi:type="dcterms:W3CDTF">2026-08-14T05:06:12Z</dcterms:modified>
  <cp:category/>
</cp:coreProperties>
</file>